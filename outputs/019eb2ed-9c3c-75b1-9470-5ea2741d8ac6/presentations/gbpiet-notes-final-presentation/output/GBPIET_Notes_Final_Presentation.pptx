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6101544fda451c" /><Relationship Type="http://schemas.openxmlformats.org/officeDocument/2006/relationships/extended-properties" Target="/docProps/app.xml" Id="Rea559147c0ce41a2" /><Relationship Type="http://schemas.openxmlformats.org/officeDocument/2006/relationships/officeDocument" Target="/ppt/presentation.xml" Id="Rc0be0686906b4c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8e63a670b9404c"/>
  </p:sldMasterIdLst>
  <p:notesMasterIdLst>
    <p:notesMasterId xmlns:r="http://schemas.openxmlformats.org/officeDocument/2006/relationships" r:id="R5722885291c84a32"/>
  </p:notesMasterIdLst>
  <p:sldIdLst>
    <p:sldId xmlns:r="http://schemas.openxmlformats.org/officeDocument/2006/relationships" id="256" r:id="Re554a4f8445a41f4"/>
    <p:sldId xmlns:r="http://schemas.openxmlformats.org/officeDocument/2006/relationships" id="257" r:id="Rd95be21cc6a6402c"/>
    <p:sldId xmlns:r="http://schemas.openxmlformats.org/officeDocument/2006/relationships" id="258" r:id="Rf276fca12f6a4522"/>
    <p:sldId xmlns:r="http://schemas.openxmlformats.org/officeDocument/2006/relationships" id="259" r:id="Reeb90e5697d040ab"/>
    <p:sldId xmlns:r="http://schemas.openxmlformats.org/officeDocument/2006/relationships" id="260" r:id="R563e20c91ce34f69"/>
    <p:sldId xmlns:r="http://schemas.openxmlformats.org/officeDocument/2006/relationships" id="261" r:id="Rd41f924ce14c47e3"/>
    <p:sldId xmlns:r="http://schemas.openxmlformats.org/officeDocument/2006/relationships" id="262" r:id="Rb6812870905b4328"/>
    <p:sldId xmlns:r="http://schemas.openxmlformats.org/officeDocument/2006/relationships" id="263" r:id="R19ccc0f90ad045f2"/>
    <p:sldId xmlns:r="http://schemas.openxmlformats.org/officeDocument/2006/relationships" id="264" r:id="R8e7ad336c3634f6d"/>
    <p:sldId xmlns:r="http://schemas.openxmlformats.org/officeDocument/2006/relationships" id="265" r:id="Ra78b8b22c469464a"/>
    <p:sldId xmlns:r="http://schemas.openxmlformats.org/officeDocument/2006/relationships" id="266" r:id="R0c82088ee3464065"/>
    <p:sldId xmlns:r="http://schemas.openxmlformats.org/officeDocument/2006/relationships" id="267" r:id="R9b4190abfb2f456f"/>
    <p:sldId xmlns:r="http://schemas.openxmlformats.org/officeDocument/2006/relationships" id="268" r:id="R0544fe2f44ad4628"/>
    <p:sldId xmlns:r="http://schemas.openxmlformats.org/officeDocument/2006/relationships" id="269" r:id="R86f7ab8e0ce3468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77ab2009eb457a" /><Relationship Type="http://schemas.openxmlformats.org/officeDocument/2006/relationships/slideMaster" Target="/ppt/slideMasters/slideMaster1.xml" Id="R938e63a670b9404c" /><Relationship Type="http://schemas.openxmlformats.org/officeDocument/2006/relationships/notesMaster" Target="/ppt/notesMasters/notesMaster1.xml" Id="R5722885291c84a32" /><Relationship Type="http://schemas.openxmlformats.org/officeDocument/2006/relationships/presProps" Target="/ppt/presProps.xml" Id="R77eceeb079c04792" /><Relationship Type="http://schemas.openxmlformats.org/officeDocument/2006/relationships/viewProps" Target="/ppt/viewProps.xml" Id="R2bc89b5840e44494" /><Relationship Type="http://schemas.openxmlformats.org/officeDocument/2006/relationships/tableStyles" Target="/ppt/tableStyles.xml" Id="Rb4695f5526ad4aa8" /><Relationship Type="http://schemas.openxmlformats.org/officeDocument/2006/relationships/slide" Target="/ppt/slides/slide1.xml" Id="Re554a4f8445a41f4" /><Relationship Type="http://schemas.openxmlformats.org/officeDocument/2006/relationships/slide" Target="/ppt/slides/slide2.xml" Id="Rd95be21cc6a6402c" /><Relationship Type="http://schemas.openxmlformats.org/officeDocument/2006/relationships/slide" Target="/ppt/slides/slide3.xml" Id="Rf276fca12f6a4522" /><Relationship Type="http://schemas.openxmlformats.org/officeDocument/2006/relationships/slide" Target="/ppt/slides/slide4.xml" Id="Reeb90e5697d040ab" /><Relationship Type="http://schemas.openxmlformats.org/officeDocument/2006/relationships/slide" Target="/ppt/slides/slide5.xml" Id="R563e20c91ce34f69" /><Relationship Type="http://schemas.openxmlformats.org/officeDocument/2006/relationships/slide" Target="/ppt/slides/slide6.xml" Id="Rd41f924ce14c47e3" /><Relationship Type="http://schemas.openxmlformats.org/officeDocument/2006/relationships/slide" Target="/ppt/slides/slide7.xml" Id="Rb6812870905b4328" /><Relationship Type="http://schemas.openxmlformats.org/officeDocument/2006/relationships/slide" Target="/ppt/slides/slide8.xml" Id="R19ccc0f90ad045f2" /><Relationship Type="http://schemas.openxmlformats.org/officeDocument/2006/relationships/slide" Target="/ppt/slides/slide9.xml" Id="R8e7ad336c3634f6d" /><Relationship Type="http://schemas.openxmlformats.org/officeDocument/2006/relationships/slide" Target="/ppt/slides/slide10.xml" Id="Ra78b8b22c469464a" /><Relationship Type="http://schemas.openxmlformats.org/officeDocument/2006/relationships/slide" Target="/ppt/slides/slide11.xml" Id="R0c82088ee3464065" /><Relationship Type="http://schemas.openxmlformats.org/officeDocument/2006/relationships/slide" Target="/ppt/slides/slide12.xml" Id="R9b4190abfb2f456f" /><Relationship Type="http://schemas.openxmlformats.org/officeDocument/2006/relationships/slide" Target="/ppt/slides/slide13.xml" Id="R0544fe2f44ad4628" /><Relationship Type="http://schemas.openxmlformats.org/officeDocument/2006/relationships/slide" Target="/ppt/slides/slide14.xml" Id="R86f7ab8e0ce346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3ab3b4a82545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2f7ee1ff1c4586" /><Relationship Type="http://schemas.openxmlformats.org/officeDocument/2006/relationships/notesMaster" Target="/ppt/notesMasters/notesMaster1.xml" Id="R18e5d72c177e4f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42176b693e4d41" /><Relationship Type="http://schemas.openxmlformats.org/officeDocument/2006/relationships/notesMaster" Target="/ppt/notesMasters/notesMaster1.xml" Id="R9b4ebb3fb25a41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e344dc875f4e73" /><Relationship Type="http://schemas.openxmlformats.org/officeDocument/2006/relationships/notesMaster" Target="/ppt/notesMasters/notesMaster1.xml" Id="R52bd27ad3a4448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aecb27a7114cd8" /><Relationship Type="http://schemas.openxmlformats.org/officeDocument/2006/relationships/notesMaster" Target="/ppt/notesMasters/notesMaster1.xml" Id="Rea7bc361b1954a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8b4f70963145a4" /><Relationship Type="http://schemas.openxmlformats.org/officeDocument/2006/relationships/notesMaster" Target="/ppt/notesMasters/notesMaster1.xml" Id="Re54c958fe36741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cadc8c72af42e6" /><Relationship Type="http://schemas.openxmlformats.org/officeDocument/2006/relationships/notesMaster" Target="/ppt/notesMasters/notesMaster1.xml" Id="R7178f6fc88704e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656ebb7220486b" /><Relationship Type="http://schemas.openxmlformats.org/officeDocument/2006/relationships/notesMaster" Target="/ppt/notesMasters/notesMaster1.xml" Id="R5085609b124649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1bed6770d14792" /><Relationship Type="http://schemas.openxmlformats.org/officeDocument/2006/relationships/notesMaster" Target="/ppt/notesMasters/notesMaster1.xml" Id="R107b4861f68649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f879f339414149" /><Relationship Type="http://schemas.openxmlformats.org/officeDocument/2006/relationships/notesMaster" Target="/ppt/notesMasters/notesMaster1.xml" Id="R0b4494c96a784a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5240a281634a17" /><Relationship Type="http://schemas.openxmlformats.org/officeDocument/2006/relationships/notesMaster" Target="/ppt/notesMasters/notesMaster1.xml" Id="R36bf871459d04f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e8792e60414a7e" /><Relationship Type="http://schemas.openxmlformats.org/officeDocument/2006/relationships/notesMaster" Target="/ppt/notesMasters/notesMaster1.xml" Id="Rd7d50f2e3c5c44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10db80beb44e6e" /><Relationship Type="http://schemas.openxmlformats.org/officeDocument/2006/relationships/notesMaster" Target="/ppt/notesMasters/notesMaster1.xml" Id="Rdcf51918559c49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b614e5956249d2" /><Relationship Type="http://schemas.openxmlformats.org/officeDocument/2006/relationships/notesMaster" Target="/ppt/notesMasters/notesMaster1.xml" Id="R5925607b87f640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0e43a6a6004855" /><Relationship Type="http://schemas.openxmlformats.org/officeDocument/2006/relationships/notesMaster" Target="/ppt/notesMasters/notesMaster1.xml" Id="R3c258f9fb1b140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b7ebb85da440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d1c3e1f92547ec" /><Relationship Type="http://schemas.openxmlformats.org/officeDocument/2006/relationships/slideLayout" Target="/ppt/slideLayouts/slideLayout1.xml" Id="Raacc847eabff48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cc847eabff48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4b6ec0b294aac" /><Relationship Type="http://schemas.openxmlformats.org/officeDocument/2006/relationships/notesSlide" Target="/ppt/notesSlides/notesSlide1.xml" Id="Rf81c11c4aede48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05b5d9ef24ee9" /><Relationship Type="http://schemas.openxmlformats.org/officeDocument/2006/relationships/notesSlide" Target="/ppt/notesSlides/notesSlide2.xml" Id="Rb6b1962b9d1b4c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1252ddeeb4b36" /><Relationship Type="http://schemas.openxmlformats.org/officeDocument/2006/relationships/notesSlide" Target="/ppt/notesSlides/notesSlide3.xml" Id="Raeb074e84a1744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a2cbd7cfe4c27" /><Relationship Type="http://schemas.openxmlformats.org/officeDocument/2006/relationships/notesSlide" Target="/ppt/notesSlides/notesSlide4.xml" Id="R8ee60d255d0647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b1c38bb1741e9" /><Relationship Type="http://schemas.openxmlformats.org/officeDocument/2006/relationships/notesSlide" Target="/ppt/notesSlides/notesSlide5.xml" Id="R3060bb62f7d444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6bf8289624686" /><Relationship Type="http://schemas.openxmlformats.org/officeDocument/2006/relationships/notesSlide" Target="/ppt/notesSlides/notesSlide6.xml" Id="R632a9c0aa4b44f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17192f1524070" /><Relationship Type="http://schemas.openxmlformats.org/officeDocument/2006/relationships/notesSlide" Target="/ppt/notesSlides/notesSlide7.xml" Id="R01d15a65eb034d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092967b5e4960" /><Relationship Type="http://schemas.openxmlformats.org/officeDocument/2006/relationships/notesSlide" Target="/ppt/notesSlides/notesSlide8.xml" Id="R1866f927a1b34b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cc38ddb614cca" /><Relationship Type="http://schemas.openxmlformats.org/officeDocument/2006/relationships/notesSlide" Target="/ppt/notesSlides/notesSlide9.xml" Id="R9cd0bf3bc35847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5ca4d705b4f0c" /><Relationship Type="http://schemas.openxmlformats.org/officeDocument/2006/relationships/notesSlide" Target="/ppt/notesSlides/notesSlide10.xml" Id="Rba899aa6d22a47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7384bb5e94eed" /><Relationship Type="http://schemas.openxmlformats.org/officeDocument/2006/relationships/notesSlide" Target="/ppt/notesSlides/notesSlide11.xml" Id="R8a53c26ec5984e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91059a7364d43" /><Relationship Type="http://schemas.openxmlformats.org/officeDocument/2006/relationships/notesSlide" Target="/ppt/notesSlides/notesSlide12.xml" Id="R1f6d579534d246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220bb5cc44cf1" /><Relationship Type="http://schemas.openxmlformats.org/officeDocument/2006/relationships/notesSlide" Target="/ppt/notesSlides/notesSlide13.xml" Id="Rb3cd53cea93b4b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c768cda00476c" /><Relationship Type="http://schemas.openxmlformats.org/officeDocument/2006/relationships/notesSlide" Target="/ppt/notesSlides/notesSlide14.xml" Id="Rddfbc7d4a4f44d8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89E676-5B35-44C3-8A2D-E7C3A428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A7148-F7E5-4457-8A2A-EC514AE0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39B8F-3754-449F-BFB1-AFD5C0B9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5029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D1B86-3FD0-4FB9-A16E-0E690D3C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876300"/>
            <a:ext cx="32385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8F3EA">
              <a:alpha val="13333"/>
            </a:srgbClr>
          </a:solidFill>
          <a:ln xmlns:a="http://schemas.openxmlformats.org/drawingml/2006/main" w="19050">
            <a:solidFill>
              <a:srgbClr val="F8F3EA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A90EB-2ACB-4B37-8A7A-C3D7ED5A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81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EE450-0A7C-40B6-8934-57D886A0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2362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F9568-E0E9-40D3-9265-2F7D7DC8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37559-EB62-4570-86E8-74557196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notes, PYQs, assignments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7FA3C-4C93-4552-81A4-728B9126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2362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83F95-0366-4B29-A0DD-EB7E7B45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Community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065B2-1C14-4179-A716-34B7398E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7647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Q&amp;A, posts, follows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BBDA4-2375-444F-99E7-6A24D348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05100"/>
            <a:ext cx="2362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311E4-C648-4FE6-B8C7-1C760320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Recognition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E26B08-ECA5-485A-B7CC-F85C533D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9082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credits, activity, leaderboard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0A664-95C3-481E-9127-9F774407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19450"/>
            <a:ext cx="2362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DA23E-BCC2-46AF-A036-EB23D7B7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956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Assistance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D96922-7C34-466E-9C06-8F27A36A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0517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Gemini-powered study chat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CC0C4-CE20-438F-A28A-D0811177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28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GBPIET Notes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63856F-BDBF-41CD-963A-561B477B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FD7D4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BFD7D4"/>
                </a:solidFill>
                <a:latin typeface="Aptos"/>
                <a:ea typeface="Aptos"/>
                <a:cs typeface="Aptos"/>
              </a:rPr>
              <a:t>College Community Web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3951B-3021-486E-9AE4-0ADBF841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5667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3E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3EA"/>
                </a:solidFill>
                <a:latin typeface="Aptos"/>
                <a:ea typeface="Aptos"/>
                <a:cs typeface="Aptos"/>
              </a:rPr>
              <a:t>A centralized academic platform for notes, Q&amp;A, community interaction, contribution tracking, AI study support, and moderation.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12548C-366B-4975-B1B0-BED67539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914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E70282-73C5-4E0B-9EE6-50FE89BE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33875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7EEF0"/>
          </a:solidFill>
          <a:ln xmlns:a="http://schemas.openxmlformats.org/drawingml/2006/main" w="0">
            <a:solidFill>
              <a:srgbClr val="E7EE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Node.js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2FD1E3-B0AE-47D5-A336-38998117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33875"/>
            <a:ext cx="12001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7EEF0"/>
          </a:solidFill>
          <a:ln xmlns:a="http://schemas.openxmlformats.org/drawingml/2006/main" w="0">
            <a:solidFill>
              <a:srgbClr val="E7EE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MongoDB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99BE11-60DE-4703-814A-B0BA363F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33875"/>
            <a:ext cx="13525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Gemini 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F2A447-C096-4B85-A99C-E1FB3269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Presented by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Saket Singh | Vaibhav Rawat | Yash Bhatt | Akshay Tomar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B390E7-3E10-4C12-9871-BF809972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7212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EEF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EEF0"/>
                </a:solidFill>
                <a:latin typeface="Aptos"/>
                <a:ea typeface="Aptos"/>
                <a:cs typeface="Aptos"/>
              </a:rPr>
              <a:t>Guide: Dr. Papendra Kumar</a:t>
            </a:r>
          </a:p>
          <a:p xmlns:a="http://schemas.openxmlformats.org/drawingml/2006/main">
            <a:pPr algn="l">
              <a:defRPr sz="1050" b="0">
                <a:solidFill>
                  <a:srgbClr val="E7EEF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EEF0"/>
                </a:solidFill>
                <a:latin typeface="Aptos"/>
                <a:ea typeface="Aptos"/>
                <a:cs typeface="Aptos"/>
              </a:rPr>
              <a:t>Department of Computer Science &amp; Engineering</a:t>
            </a:r>
          </a:p>
          <a:p xmlns:a="http://schemas.openxmlformats.org/drawingml/2006/main">
            <a:pPr algn="l">
              <a:defRPr sz="1050" b="0">
                <a:solidFill>
                  <a:srgbClr val="E7EEF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EEF0"/>
                </a:solidFill>
                <a:latin typeface="Aptos"/>
                <a:ea typeface="Aptos"/>
                <a:cs typeface="Aptos"/>
              </a:rPr>
              <a:t>G.B. Pant Institute of Engineering and Technology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DF7A55-BA68-4531-9B13-E538A86A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FD7D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FD7D4"/>
                </a:solidFill>
                <a:latin typeface="Aptos"/>
                <a:ea typeface="Aptos"/>
                <a:cs typeface="Aptos"/>
              </a:rPr>
              <a:t>GBPIET Notes final project | 01</a:t>
            </a:r>
          </a:p>
        </p:txBody>
      </p:sp>
    </p:spTree>
    <p:extLst>
      <p:ext uri="{BB962C8B-B14F-4D97-AF65-F5344CB8AC3E}">
        <p14:creationId xmlns:p14="http://schemas.microsoft.com/office/powerpoint/2010/main" val="3959174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163EBF-1278-4B49-9715-2F5F49F0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7FFC5-F864-45D4-BCAA-AAE27E25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575C4-C2A2-42E2-B72B-33139BC8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Academic content exists, but it is scattered across temporary channels.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AAF23-1820-47F5-81A0-DEC7A485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8575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AE101-4CD9-4A76-AE7F-25C750E5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85E7B-F14F-457C-B256-65098128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288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Messaging groups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CAC9D-0BCB-4714-A665-69697C3D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Notes and PYQs get buried in long chat histories.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EEF7D-5C2E-4E9C-84F9-3A847F18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8575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445BC-EC0E-4DDC-92CB-AF3CECCA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49154-C62F-4FEF-9A12-2DB57FBE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Personal drives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79DF1-0918-44C0-ACEE-175D0B1B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Useful files depend on individual links and access.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522EC-AAB3-43FD-8ABC-3EF18DF7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8575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1E1A4-B68A-4441-AC01-43C180A6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9D5D1-2816-4BAD-9669-6024B7B1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288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Repeated doubts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BBF67C-BFDD-45FF-B2FE-57ABBCD3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955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Good answers disappear because chats are not searchable.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3EDA2-207D-4E2E-B7DC-F0CB6388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29000"/>
            <a:ext cx="28575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788A0-B15D-4FD5-9CDC-B8C9A237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290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8E15F0-DC3D-4E9B-98DC-165A505F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623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No recognition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5AFCE-B6E1-4E71-8D40-403BE24E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290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Helpful contributors are hard to identify or follow.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701C6-FF5A-4CC2-B526-2FE8DE59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23E824-5ED8-4980-87E1-5E51D66A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2430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EA654F-58C1-49FE-8EB5-77CAA2D7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90800"/>
            <a:ext cx="90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3BD8D6-5147-4445-902F-12D3ED6B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24300"/>
            <a:ext cx="90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44C71B-9259-4516-96A2-77AF448F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14600"/>
            <a:ext cx="2419350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C4A7D6-D48B-4930-8258-CE19AED0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Student friction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FA8354-56CE-4172-8E5D-CDD7DBA6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FD7D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FD7D4"/>
                </a:solidFill>
                <a:latin typeface="Aptos"/>
                <a:ea typeface="Aptos"/>
                <a:cs typeface="Aptos"/>
              </a:rPr>
              <a:t>More time searching,</a:t>
            </a:r>
          </a:p>
          <a:p xmlns:a="http://schemas.openxmlformats.org/drawingml/2006/main">
            <a:pPr algn="ctr">
              <a:defRPr sz="1350" b="0">
                <a:solidFill>
                  <a:srgbClr val="BFD7D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FD7D4"/>
                </a:solidFill>
                <a:latin typeface="Aptos"/>
                <a:ea typeface="Aptos"/>
                <a:cs typeface="Aptos"/>
              </a:rPr>
              <a:t>less time learning.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043844-A0C0-4C8B-A69B-60DD452B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GBPIET Notes final project | 02</a:t>
            </a:r>
          </a:p>
        </p:txBody>
      </p:sp>
    </p:spTree>
    <p:extLst>
      <p:ext uri="{BB962C8B-B14F-4D97-AF65-F5344CB8AC3E}">
        <p14:creationId xmlns:p14="http://schemas.microsoft.com/office/powerpoint/2010/main" val="16135542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5DD326-9789-4BE7-9FFA-6E6ACD96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1C237-3490-45AF-996D-4BC20110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509F8-21B6-4FA1-A3C7-4CA48084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project objective is a complete academic collaboration ecosystem.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46F34-7D08-47AC-B9AD-33CB8E28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A10C9-08A8-4DCC-AE92-D8E4991F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C1177-4A92-46BA-927B-9D986BAA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0"/>
            <a:ext cx="885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BFBB2-15F5-4411-AA77-0FD08A71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812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F1CA6-9B47-4E6B-9566-AB087536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14550"/>
            <a:ext cx="851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Structured repository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A0F16-983D-44AD-B07E-992A74B4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57450"/>
            <a:ext cx="851535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Upload, organize, search, preview, download, and manage notes, assignments, tutorials, and PYQs.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D49F8-5F0B-4320-B224-DF5BA64C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81759-B5AB-4425-AAE7-BAE1BE0D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8F415-C73A-48DF-AE9A-18EF4BC2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90800"/>
            <a:ext cx="885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7C60F-3199-4F61-BACA-4A62C6E6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622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89E9D-5637-4894-90EE-6B8A27AA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95600"/>
            <a:ext cx="851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Interactive Q&amp;A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151D4-4F3F-4ED8-91B8-25C1A816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238500"/>
            <a:ext cx="851535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Students can post doubts, add tags/images, answer questions, and preserve solutions.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53C87-07EE-4A4F-91AA-ED236A9E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C855E8-78CC-4526-9BBF-6CA142B1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C1F0E5-C459-442E-9552-29F28BD9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71850"/>
            <a:ext cx="885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B74003-4CCD-4398-9BD1-DB154CE8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433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BBB0D-DB60-4C0B-873A-58644DBB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76650"/>
            <a:ext cx="851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Community engagement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EEA658-FC84-4ACB-AD3F-51B29895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19550"/>
            <a:ext cx="851535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Profiles, follows, likes, comments, credits, leaderboards, and activity tracking motivate participation.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E0C398-3D1B-4F46-B123-383EB827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D19FE8-B36F-4E12-B5E4-FCC461D7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1EFB4C-B1F5-49E8-8BAF-BD27DAB4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52900"/>
            <a:ext cx="885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8FAECF-F955-4B9B-BD2E-90C615A9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243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254361-6DEB-4CF0-8311-6060DD19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57700"/>
            <a:ext cx="851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AI study 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E129A5-F784-4F89-860F-673EDE76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00600"/>
            <a:ext cx="851535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Gemini-powered assistant handles text, PDFs, handwritten notes, images, and academic queries.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FC1E03-4341-4E65-A78F-58ECFD7E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B736E6-34CB-4A50-ABEC-F24BDE21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A120F6-5C05-49D4-9FC2-7CB02CA3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33950"/>
            <a:ext cx="885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A06A31-9A12-4B43-B1F7-70C0227B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054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1CEE75-12B1-4A79-B6AF-01A6DD09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38750"/>
            <a:ext cx="851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Scalable foundation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8374CF-BD65-412D-ACC3-C38E1508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81650"/>
            <a:ext cx="851535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Architecture leaves room for notifications, recommendations, dashboards, and advanced AI retrieval.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7D8B59-2553-4E4B-AA37-2E1CFEA1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8"/>
          </a:solidFill>
          <a:ln xmlns:a="http://schemas.openxmlformats.org/drawingml/2006/main" w="0">
            <a:solidFill>
              <a:srgbClr val="C9D3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4C2F2D-56D4-4BEC-A396-49334135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GBPIET Notes final project | 03</a:t>
            </a:r>
          </a:p>
        </p:txBody>
      </p:sp>
    </p:spTree>
    <p:extLst>
      <p:ext uri="{BB962C8B-B14F-4D97-AF65-F5344CB8AC3E}">
        <p14:creationId xmlns:p14="http://schemas.microsoft.com/office/powerpoint/2010/main" val="14334674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B074F8-FAFC-4592-A616-93221F36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1712B-59AA-4D5B-8D8E-29D56255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10FEA-81C5-4CB7-B540-E7CDDB31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Role-aware journeys make the same platform useful for different college users.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3371E-A1F6-4502-AC49-55E94002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E30E3-832B-423F-B21B-592EF33B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98AF7-B9A7-4BCE-8834-049220C4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146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0305C-E331-4F73-B684-F18ACB3C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Browse notes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8DE86-0B22-4510-914A-BF6A00E2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7177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A"/>
          </a:solidFill>
          <a:ln xmlns:a="http://schemas.openxmlformats.org/drawingml/2006/main" w="0">
            <a:solidFill>
              <a:srgbClr val="CAD5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56729-E56C-49F7-823A-F62935AC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623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386F6-E07B-4067-902D-F66FDFAA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432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Ask doubts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428CE-3CC2-4A11-9355-6AAECFF3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1947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A"/>
          </a:solidFill>
          <a:ln xmlns:a="http://schemas.openxmlformats.org/drawingml/2006/main" w="0">
            <a:solidFill>
              <a:srgbClr val="CAD5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4C1DA-23CC-49C3-B061-5609EF81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C1FC3-D9B8-456F-93E8-AD0AC929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909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Follow contributors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5E511-379C-4893-83B1-AEB43BD5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6717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A"/>
          </a:solidFill>
          <a:ln xmlns:a="http://schemas.openxmlformats.org/drawingml/2006/main" w="0">
            <a:solidFill>
              <a:srgbClr val="CAD5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E8ECC-A5C0-4766-A616-0AA3C425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B9578-03BD-4D49-8037-2C527233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386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Use AI assistant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34D5AF-359D-4CB6-BBF2-7D710659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FACULTY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A56C72-5439-480F-A539-62F83D22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DD416D-7EFA-4DF6-9FA7-11C28A8A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146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92A66-69CE-4D2D-B818-CDAD1C78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95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Share resources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DCA8CD-EE41-4E63-8AC2-D1C63208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7177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A"/>
          </a:solidFill>
          <a:ln xmlns:a="http://schemas.openxmlformats.org/drawingml/2006/main" w="0">
            <a:solidFill>
              <a:srgbClr val="CAD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FE96AD-DE89-4F6D-9E66-64DAECBA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623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179F7E-F76E-45D5-89D3-ACAEB8D4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432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Answer queries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0F80CC-98E3-4554-8733-1FB5A535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1947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A"/>
          </a:solidFill>
          <a:ln xmlns:a="http://schemas.openxmlformats.org/drawingml/2006/main" w="0">
            <a:solidFill>
              <a:srgbClr val="CAD5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B5B40D-200C-4C51-8BEC-438535E7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100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7999F6-EFC2-4C35-A63E-959DC475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909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Guide discussions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5266FE-DE7A-41BE-8978-CDDAEE8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6717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A"/>
          </a:solidFill>
          <a:ln xmlns:a="http://schemas.openxmlformats.org/drawingml/2006/main" w="0">
            <a:solidFill>
              <a:srgbClr val="CAD5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D464F3-8F97-4DCF-82D7-B36908AE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577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CD5768-653E-4B8F-AF3B-2DB1B21F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386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Review content quality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06B404-0E08-4C11-AC5C-5A5B6B30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ADMINISTRATORS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6BFE5F-7BB2-4FDA-9EAB-51F2F7B6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E15383-87F7-42F0-89A8-A2A34030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146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DADA5A-BA41-41B7-AB8F-71B1AE28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95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Monitor reports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47DBD6-DFD3-4093-91ED-6413F976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7177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A"/>
          </a:solidFill>
          <a:ln xmlns:a="http://schemas.openxmlformats.org/drawingml/2006/main" w="0">
            <a:solidFill>
              <a:srgbClr val="CAD5D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E99154-523B-49DD-820B-3025A598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955B27-75CF-41B6-8012-ED0991C9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Moderate users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BCFBF7-FD62-4DF6-A5E7-C8BDDD5F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1947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A"/>
          </a:solidFill>
          <a:ln xmlns:a="http://schemas.openxmlformats.org/drawingml/2006/main" w="0">
            <a:solidFill>
              <a:srgbClr val="CAD5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3B3389-F5A6-4D25-A91B-1C49D5DE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100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510511-C207-4196-B520-037F0A89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909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Track activity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D70A2C-C53C-441F-80EA-93C36307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6717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A"/>
          </a:solidFill>
          <a:ln xmlns:a="http://schemas.openxmlformats.org/drawingml/2006/main" w="0">
            <a:solidFill>
              <a:srgbClr val="CAD5D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9002C3-A185-470F-B40F-EA036FA1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577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37962C-A946-47B7-8C9A-7607629E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386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Prepare analytics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5251DF-4644-4528-98DB-DA88A46B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GBPIET Notes final project | 04</a:t>
            </a:r>
          </a:p>
        </p:txBody>
      </p:sp>
    </p:spTree>
    <p:extLst>
      <p:ext uri="{BB962C8B-B14F-4D97-AF65-F5344CB8AC3E}">
        <p14:creationId xmlns:p14="http://schemas.microsoft.com/office/powerpoint/2010/main" val="11968655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D6EB42-14C6-4C24-BE40-C6CA3DD7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2FD9F-A05A-4298-A2C4-A8BB6EA5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9E444-24FF-42FE-822D-D20EE953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GBPIET Notes combines repository, discussion, social learning, and AI support.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BF1FE-3A1D-45BD-AA85-8958900E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2667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42699-9B89-4CB7-A4CC-4D75D661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765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GBPIET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B04AA-6A5A-4A1B-B37B-0972DE02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028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01410-BBC7-46F1-91FD-4EDB3878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56987-645C-4483-99AD-EECD74E3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Notes Repository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B8BB1-0F1B-4472-8991-0D057507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Upload, browse, preview, download, like, and comment on academic resources.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D67B5-5226-48D3-9E9E-634D0D14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3028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D7F24-149C-4894-8C06-F6CF036C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20D5C-B6E1-482F-947E-705944C7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Q&amp;A Community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D2509-CD1E-4D11-9A9E-92C67708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Tagged doubts, answers, images, upvotes, and searchable knowledge retention.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8A69E-F324-493A-9489-F4CD7690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028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2226B-E42F-47D8-A947-C3A49B1A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5FE7E-126A-445E-9FC4-1D779813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Profiles &amp; Follows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DD91FE-2DAF-4400-800C-544DD95A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574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Academic identity, public contributions, skills, links, and follow networks.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9E5A9-0CBB-4D13-83DF-9699D85D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3028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1494A-DF55-45EB-95C6-121C4A0A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672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15ADDB-EC52-41EE-B2B6-541B4D52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005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AI Assistant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96128-84FD-4495-BBFD-8EC72CCA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434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Gemini-powered explanations with file and image support.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208DEB-F1A4-4DFA-89C4-DCC2EFA5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62500"/>
            <a:ext cx="3028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5044A3-459B-42DB-9FE3-7C3A9C66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339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AF6AE9-EDDC-498F-9954-547E2D4C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673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Leaderboards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9779D8-77F6-4598-9BBF-DF8DCBD6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41020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Contribution analytics and recognition for active users.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603371-61B9-466A-8F33-D930BE10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52550"/>
            <a:ext cx="3028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3713FD-CC02-4D2D-8CCC-41784D16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240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7D7153-8CEF-4302-9119-5DEA6F70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573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Moderation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5B0F69-030D-4A4E-8441-EEB12C79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002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Report/undo-report workflow keeps the platform accountable.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39F5BA-E3D1-486D-B357-F0D6912F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GBPIET Notes final project | 05</a:t>
            </a:r>
          </a:p>
        </p:txBody>
      </p:sp>
    </p:spTree>
    <p:extLst>
      <p:ext uri="{BB962C8B-B14F-4D97-AF65-F5344CB8AC3E}">
        <p14:creationId xmlns:p14="http://schemas.microsoft.com/office/powerpoint/2010/main" val="7995526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70870E-D127-41F0-A120-E432A35C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8A3AE-B2CB-432C-B0E8-196F5253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E7A09-0ED0-4990-8C9F-BC49BD21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system uses a clean client-server architecture with separate data, storage, and AI services.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754F1-39A1-4956-91AC-A1601812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7ECB5-7E87-4225-B904-08D7C94E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6D0A4-5828-4DE3-AE33-06976D27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FAA79-0F54-439A-AD8F-FD31D692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React, Vite, Tailwind, Router, Axios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589AB-C05E-40D0-AE32-756CE33A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95550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90A5A-D611-416C-BE1D-86A50EE3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955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F5E28-C8E7-49F5-9CA6-336A2B16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28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API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3D683-B228-44F8-8D1E-52059902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95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Express routes, controllers, middleware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2EEBE-E685-4198-8020-B94FE915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95550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A18BF-2BE2-421D-8826-AA00C871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955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9563C-9F49-4D04-88A4-BAE952CB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28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MongoDB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5DC1B-15EF-4D95-9011-E26FBE49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95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Users, notes metadata, Q&amp;A, posts, reports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9041E-E449-4A23-B55F-A37C3CF9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513BA-6417-4A86-8399-79F65238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EB7EA1-0306-4757-98FC-A4C52BCC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Supabase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67C12C-26AC-4892-BF68-016BD1AF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95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PDFs, images, uploaded academic 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0E12D8-6368-4AE1-BF19-5854FA80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14800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B69C9F-48B5-4ED3-B98F-B442BF88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148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B16E26-B715-4172-A6DC-5C75FCDD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481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Gemini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BD88B9-9A14-495C-9A08-97FFA744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148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Study assistant responses and file analysis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D2913E-A705-4626-9719-BB017122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337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26F0A4-6408-4928-AED4-2619AAFC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337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602082-A118-446D-AD05-57FD0B3A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337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155BFB-8F7F-48C3-B393-74975879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7185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9E5725-3B35-44D7-B11C-12B9E091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434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FD1AC3-1EAA-4203-B8E5-FC496B92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14950"/>
            <a:ext cx="2781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HTTP-only cookies + JWT sessions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DAFD16-0410-45E5-8D08-49B4AAE5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14950"/>
            <a:ext cx="2781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7EEF0"/>
          </a:solidFill>
          <a:ln xmlns:a="http://schemas.openxmlformats.org/drawingml/2006/main" w="0">
            <a:solidFill>
              <a:srgbClr val="E7EE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Google OAuth profile completion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199A31-B994-412A-B2D5-64E68303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314950"/>
            <a:ext cx="2209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7EEF0"/>
          </a:solidFill>
          <a:ln xmlns:a="http://schemas.openxmlformats.org/drawingml/2006/main" w="0">
            <a:solidFill>
              <a:srgbClr val="E7EE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REST-style route groups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FDC81A-0BAD-4EE8-9FAA-A8092373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GBPIET Notes final project | 06</a:t>
            </a:r>
          </a:p>
        </p:txBody>
      </p:sp>
    </p:spTree>
    <p:extLst>
      <p:ext uri="{BB962C8B-B14F-4D97-AF65-F5344CB8AC3E}">
        <p14:creationId xmlns:p14="http://schemas.microsoft.com/office/powerpoint/2010/main" val="202701571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9F9FB1-9F0D-4231-9DD5-97229D8E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6D178-78BB-46E1-AA23-3BC8D416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DATA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C407E-A28F-41CC-BDDA-679ED8D1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data model connects users to resources, discussions, activity, and moderation.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F7BCE-6B81-4E19-879A-9BDF9C19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190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A01E7-E4FA-4B02-B8FF-A44BDC3F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D5BEA-5202-44E8-A72A-F0904E68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431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C1613-3970-449C-9189-08D800F6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0980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role, branch, year, profile, skills, links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89904-D835-4F79-B186-F09B644E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0B1EB-B227-49C4-B960-59C7FDB5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F6CBE-6B32-4EF8-B5AA-B6D89293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33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Note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5C8A3-DD0B-4DA1-AC9C-FEEE46FD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004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metadata + Supabase file URL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C47E5-A48E-4D66-9FFF-2FF89C38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E14AF-BD52-43B6-85D3-7A5CE9A7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087A2-B617-4165-8684-79631FCE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24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38689-01E6-40C9-8A05-E2B7F065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910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title, tags, optional images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F3DE36-600E-4E37-A190-5E390458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7831A-3FB1-4C56-9287-91AF9983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71F98-A68B-4726-A8E1-2D77A3B3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493E9-83AB-488D-B0E0-3B3ECF08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responses, images, likes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7493E-4E9F-4335-88F0-2571C94B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AE194-1E42-4643-A67B-88C62496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C7178-52CC-42E7-AFF4-5A7A44CE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33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827796-0E64-4922-A6BF-F3F16D12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community text/images/comments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E347BC-5161-4470-B0CD-A42F70A4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790700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072D53-082E-4BB5-8481-E2D991FF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7907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6A6F0D-5258-46E3-8F59-14B9CFCD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24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Follow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F3BE36-0460-48AF-8D7B-314BC16B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90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academic network graph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C1D73C-A632-4699-9202-9127946A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90700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D9F568-ECC1-4BBC-8BE3-B557EAF3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907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84A983-0643-4945-825C-D7DDA286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24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E94F74-C411-43FE-8567-6B4EF91F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moderation signal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6E87AE-8642-40C8-8AB9-AB9A5213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23AC3F-C1F2-4475-9677-DC269473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5C7665-A804-4110-93B3-6919BB4A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19450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272E2B-0954-4E48-B10A-9F3CA37D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19450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D65859-2DB5-4C60-91C7-B05D53A7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719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889CC8-7CA9-497F-9332-429F76F4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719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093839-1C04-40CF-8361-F365A496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667375"/>
            <a:ext cx="752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MongoDB stores structured records; Supabase stores uploaded binaries; URLs connect the two.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39B16F-9587-4DA7-B4EE-09315E15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GBPIET Notes final project | 07</a:t>
            </a:r>
          </a:p>
        </p:txBody>
      </p:sp>
    </p:spTree>
    <p:extLst>
      <p:ext uri="{BB962C8B-B14F-4D97-AF65-F5344CB8AC3E}">
        <p14:creationId xmlns:p14="http://schemas.microsoft.com/office/powerpoint/2010/main" val="19405043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AD95DE-B446-487B-A787-18BD9485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96244-7DB4-418C-9983-10FEDE92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A5A5B-495B-4A69-8B1A-D705094C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Each module is independently implemented but shares authentication, API, and storage services.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0F5A2-DC01-4637-A4E6-859CDE47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Module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3903E-3802-4841-87B3-11F1D5B6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7145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Implemented capabilities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53629-91F6-4AF3-82D2-DB3C8BB0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Key backend/frontend concerns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EA88C-2BBF-4577-A89D-27572E13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04775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D8E1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766E8-F2AD-4350-9D3D-42E4C106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Authentication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3E117-21A1-4A78-B2FB-3E945616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526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Email login, Google OAuth, profile completion, session restore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95B00-69A7-440D-B578-62AEE928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bcrypt, JWT cookies, current-user endpoint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471F5-FA69-4BB0-8A9E-8DB81535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104775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98997-A46F-4428-9D19-1FE4D03F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40370-0F8D-4C7A-9C9A-896711E9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432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Upload, list, detail, preview, open, download, like, comments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74774-044B-4B1A-A21F-8B110F95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432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multipart upload, Supabase storage,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23545-2718-4510-B3C5-16C66D2A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104775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D8E1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8F62A-9700-4F87-9A12-87A19B09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Q&amp;A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5B4D57-2631-4D2B-8C43-A52E6687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33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Questions, tags, images, answers, likes, liked-user modal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F6CD0-167B-4A9E-81DC-100E6705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route groups, answer controller, image arrays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49AA0-7084-4811-9035-B8B1C83B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104775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44C62-CD06-418D-A574-3E938214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Community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5899C8-6281-432A-A1DD-011BE79D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243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Posts, multiple images, carousel, comments, edit/delete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2314C-ADBC-495D-B09F-F0F130E8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reusable UI patterns and ownership 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9C00DE-4662-4D9F-B299-4DC052C0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104775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D8E1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7B86E3-DA61-4B46-8C67-2EEAB9F9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Profiles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E42470-7BE4-4DEC-A13E-447B2BB2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5148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Avatar, cover, tabs, links, follow, 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87036E-39BD-4998-9517-79F5541D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148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cleanup during account deletion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A13373-6D5A-4BBC-8FF8-D9F24698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91100"/>
            <a:ext cx="104775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DD4ED4-D628-44C3-BDAB-23EC46A8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AI Chatbot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158F1E-7341-499D-8644-2EA0D2F5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054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Streaming response, files, local history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A3E01A-AE56-4D32-9EE1-02FA8159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054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Gemini API + lightweight retrieval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2BED36-E063-4B49-8714-CCE73AFE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GBPIET Notes final project | 08</a:t>
            </a:r>
          </a:p>
        </p:txBody>
      </p:sp>
    </p:spTree>
    <p:extLst>
      <p:ext uri="{BB962C8B-B14F-4D97-AF65-F5344CB8AC3E}">
        <p14:creationId xmlns:p14="http://schemas.microsoft.com/office/powerpoint/2010/main" val="564690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2EC747-FBF2-4EDD-AD53-2465C7F2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BC280-7DE5-478D-BEDE-2FA7B8EE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CORE WORKFLOWS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C67A6-4EF3-4655-B1DE-94E050E7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main workflows convert one-time sharing into reusable academic knowledge.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4E807-9A42-4D95-B094-D54F3E6D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2990850" cy="37147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4FA82-C2F5-44C4-A06D-71DDE770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1ECAE-4F13-418A-80BF-C78EBDA3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Notes Upload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F69EB-D1E1-4136-83B2-1055BA0F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26479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311AF-53A4-41E6-8888-03639C08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C2E31-09E0-4C2D-9582-A0090F2A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384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BE852-6A90-4E91-8765-1B29A175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908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Select file + metadata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E05AC-CC13-4960-AF10-54910F0D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19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E"/>
          </a:solidFill>
          <a:ln xmlns:a="http://schemas.openxmlformats.org/drawingml/2006/main" w="0">
            <a:solidFill>
              <a:srgbClr val="CFD9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B386A-D9B9-4B9B-B83C-AC84C299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F1FE1-5BF9-4C46-8FA2-C80DA817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051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BF7B0-4367-4170-85D8-FAD0242A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575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Backend uploads 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A1CC5-8B35-4610-829E-E9BA1ED0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19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E"/>
          </a:solidFill>
          <a:ln xmlns:a="http://schemas.openxmlformats.org/drawingml/2006/main" w="0">
            <a:solidFill>
              <a:srgbClr val="CFD9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AA065-FC8D-43C7-AACA-B3C0BB90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B8B40-ACF7-4656-9BC5-9C75EE4E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719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E38F5-27A1-4420-A692-A890938E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24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MongoDB stores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BADBC-9A24-443E-8E55-65E317F7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67200"/>
            <a:ext cx="19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E"/>
          </a:solidFill>
          <a:ln xmlns:a="http://schemas.openxmlformats.org/drawingml/2006/main" w="0">
            <a:solidFill>
              <a:srgbClr val="CFD9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8930B6-A5FE-42A4-A124-6BA599BF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04DBD1-D774-43A8-90FB-EC4FD2B4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386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7F2BAF-358A-41A9-8ED0-5D83BE72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91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Appears in lists/profile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90ECAE-B807-4404-8442-625ED0D2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2990850" cy="37147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0EEC67-EB06-472A-8D9A-662CE3ED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621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AEE151-63BC-4CC9-8573-296EDE83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Q&amp;A Interaction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2330D8-0C52-49A9-858B-57296ADA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38400"/>
            <a:ext cx="26479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44168A-E05E-4228-90C1-C641DD64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717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C744C0-C6F6-4991-B3BC-FA02F5E3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384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B47403-C196-4311-96BA-DE4F48EA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908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Ask tagged question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F61560-CFE8-449E-81C1-425E585D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33700"/>
            <a:ext cx="19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E"/>
          </a:solidFill>
          <a:ln xmlns:a="http://schemas.openxmlformats.org/drawingml/2006/main" w="0">
            <a:solidFill>
              <a:srgbClr val="CFD9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88CECF-145B-4D6C-8700-DDAE4EC0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385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FC3489-B8EA-45A2-B771-3B79ACBF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051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4D2797-00B1-41FE-BC54-3ECFAB1E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575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Attach optional images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9B97FB-B78D-487A-9FA8-95FB54DD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00450"/>
            <a:ext cx="19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E"/>
          </a:solidFill>
          <a:ln xmlns:a="http://schemas.openxmlformats.org/drawingml/2006/main" w="0">
            <a:solidFill>
              <a:srgbClr val="CFD9D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1879F4-ABB9-4517-9554-0FAA4AAB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052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64DFFD-6FF4-4249-8199-D6ACD18C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719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331A03-1B39-451D-9582-B8E19871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24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Answer inside card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81F935-F583-43CA-9669-40EFC456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67200"/>
            <a:ext cx="19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E"/>
          </a:solidFill>
          <a:ln xmlns:a="http://schemas.openxmlformats.org/drawingml/2006/main" w="0">
            <a:solidFill>
              <a:srgbClr val="CFD9D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A2DF1E-FEFB-479B-B81C-1C441586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720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0C539F-E335-4150-A528-9CCE7CE0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386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71C5F2-85EC-42B2-8244-0ACDB17D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91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Like and revisit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3417E7-DADA-4174-B517-D9C9FC80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2990850" cy="37147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2BD16C-5316-4530-A4DF-1A33EB18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78D951-291B-4880-8788-259DC743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Community Post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B6CC66-86F3-41C2-BB59-45F800F7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26479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DE224C-B7A0-4BD4-B64F-885707F5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66441C-8095-46D3-8785-95A31DDF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384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28853D-6E02-4169-8B8E-059E97DE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908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Create text/images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A6B467-DDBD-443B-843C-51F81E4B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33700"/>
            <a:ext cx="19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E"/>
          </a:solidFill>
          <a:ln xmlns:a="http://schemas.openxmlformats.org/drawingml/2006/main" w="0">
            <a:solidFill>
              <a:srgbClr val="CFD9D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53DF60-90C7-4E90-BE4C-4A3A2C02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385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43783B-3219-4D27-9B1F-A2C91950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051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70C85D-A760-4C9F-B3D5-CBBB5FFF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575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Comment and like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C599A5-5210-4F3D-92D6-58A4E777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00450"/>
            <a:ext cx="19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E"/>
          </a:solidFill>
          <a:ln xmlns:a="http://schemas.openxmlformats.org/drawingml/2006/main" w="0">
            <a:solidFill>
              <a:srgbClr val="CFD9D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EF35F9-CBB3-43ED-B256-1D462103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7A0C498-708E-45AE-9D9D-04368FDC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719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D632A1-E098-4900-B2CA-0A5AA6AE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24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Follow contributor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C5005C-D08A-4334-90F1-84AD26E6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67200"/>
            <a:ext cx="19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E"/>
          </a:solidFill>
          <a:ln xmlns:a="http://schemas.openxmlformats.org/drawingml/2006/main" w="0">
            <a:solidFill>
              <a:srgbClr val="CFD9D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D3DDE5A-17CF-4A8C-BC54-B4E19C96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720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9B4FA3-6E75-4C66-B327-FB607323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386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ED9C8D-779A-43E5-816E-4636D680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91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Build reputation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BAA5286-DC8B-4B53-B7B6-84377C71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GBPIET Notes final project | 09</a:t>
            </a:r>
          </a:p>
        </p:txBody>
      </p:sp>
    </p:spTree>
    <p:extLst>
      <p:ext uri="{BB962C8B-B14F-4D97-AF65-F5344CB8AC3E}">
        <p14:creationId xmlns:p14="http://schemas.microsoft.com/office/powerpoint/2010/main" val="13649267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267AD7-44F5-45AB-B1D0-933196F7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F5581-8B11-45AE-BFD7-E1541913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AI +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D50C6-AE7C-4DE5-92D6-A79A3813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AI assistance and moderation make the platform more useful and accountable.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7695D-B3BE-48D8-B044-4B2A3D10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AI CHATBOT PROCESSING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27B15-7338-464B-AC33-BD557663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9431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4CAC5-A476-4D54-A70B-6807FDD4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ED543-5838-4B0F-B100-658CE92B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User prompt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E3AF4-29E5-4E8D-B8CA-E675897C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text + optional 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007B9-00A3-4AE0-A127-DB97EE75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66950"/>
            <a:ext cx="19431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A7DBE-62B4-457C-A75C-9CFAC62D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669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5ECB2-0043-460A-B8C9-DA6A4829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03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Backend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B86A5-0171-4D11-B317-0A8A9720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6700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history + retrieved project 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FB256-72D6-419A-97CD-F4CE9620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66950"/>
            <a:ext cx="19431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BB5B6-DA84-4F4B-87E7-6D3ADEFF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669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F4382-BFD0-4B5D-BAB1-68204DED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Gemini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27D0D-94C7-49A3-9C73-3F96A1AF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6700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response generation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61E70-EFFC-442F-A3CC-D7075964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19431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B8727-35C3-4BDF-AE27-10590334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5DE984-3F15-44CA-9FC7-C7E536DE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003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Streaming UI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0E871A-B709-434A-9DC8-0895989D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6700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chunks saved in local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9F2E4A-CB7F-4288-B16F-BB249883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241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62737B-5F16-469B-A48F-5886B6A5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3F2209-AF11-4C0A-B9DF-B84CD21F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241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5A58AB-1476-44AB-AAC4-149B17E3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REPORT MODERATION 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D59156-87E9-450A-B43D-59F1BFCD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19431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781013-64EA-4506-9A0F-FA2BF42C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6C72FB-4123-441E-B78C-1A3722B2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Report user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02008D-9ACD-45D7-861B-56D0B2FE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create report if none exists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50A085-B2A6-4BB9-AB5C-25F910B0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05300"/>
            <a:ext cx="19431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770024-C53A-40E8-85C9-D8583E1B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053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ED0F0F-D333-499F-A947-50D780AC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386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Undo 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8CECA3-70DE-4EE7-84A8-68ABB6D1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053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delete report on toggle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F3F29F-CEE7-42EF-A58B-A200D814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05300"/>
            <a:ext cx="19431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221309-1559-41C2-93D0-443237BE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053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7A26BA-919B-4ABB-A0D3-E0F14941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386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Recalculate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5B8B98-BDDA-422F-B047-13BB0E48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053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update report count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26144C-14AF-4E5E-866D-143D7C21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19431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8779B5-1B9A-40A7-A1EC-55CFD11E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ACECD2-F855-45B2-B289-3AE159F2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386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Moderate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18641A-F06A-482F-86AB-217DE527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053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ban state follows report data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400159-9E22-4274-ABA3-63FC7016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625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D5ED09-BFDA-4D8F-9D59-1856B67E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7625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3BD370-0501-41A7-BE8E-CA71CDA2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7625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BF"/>
          </a:solidFill>
          <a:ln xmlns:a="http://schemas.openxmlformats.org/drawingml/2006/main" w="0">
            <a:solidFill>
              <a:srgbClr val="AAB7B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483AC3-777D-4606-92BC-8D6258A9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GBPIET Notes final project | 10</a:t>
            </a:r>
          </a:p>
        </p:txBody>
      </p:sp>
    </p:spTree>
    <p:extLst>
      <p:ext uri="{BB962C8B-B14F-4D97-AF65-F5344CB8AC3E}">
        <p14:creationId xmlns:p14="http://schemas.microsoft.com/office/powerpoint/2010/main" val="97694766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DF9328-FFC6-4759-9FB2-873BC677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3453B-57AA-4471-A9C0-6CC86E8D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SECURITY +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ED60E-4F4C-4E5D-9C11-5CB433A0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implementation protects accounts, ownership, files, and project maintainability.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CB68C-962E-456A-AD64-7723B165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952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99CA7-169E-4AE4-A139-DB88F912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4F588-FFC5-48EC-83CA-FF86492C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Authentication security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C904C-B8BC-4F05-8AA5-3BE0CDDF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2609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Passwords are hashed with bcrypt; JWT access and refresh tokens use HTTP-only cookies.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505F8-34CA-44C9-BDA5-1E7B6246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05000"/>
            <a:ext cx="2952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CF3B9-B7D6-44CC-84CF-26681DCC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764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8CE41-C00C-48FC-9722-C0146418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Authorization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EDA6F-DDA3-4EB1-9F4D-58B8F0D4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52700"/>
            <a:ext cx="2609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Protected routes enforce current-user identity, role checks, and ownership before sensitive actions.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261F0-D933-41BA-877B-14B5437F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05000"/>
            <a:ext cx="2952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3C397-9E33-4D11-8035-57421541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764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2B204-CCF9-4C11-B831-5D9BBA85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098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Upload safety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F6B20-2AF9-473B-AAAA-49E6995B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52700"/>
            <a:ext cx="2609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Multer and dedicated upload middleware coordinate files before cloud storage and metadata saving.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9488D-4C6A-458E-B366-D9B5E664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952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637C9-16D8-439C-964F-71FB953B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E25400-B660-41A5-B461-A35B99DC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Cleanup consistency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7017B-F75C-4E28-AD19-9FA0241E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2609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Account deletion removes associated content, relations, reports, likes, comments, and uploaded files where applicable.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536752-32BB-4ECB-9A7C-147006F2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05250"/>
            <a:ext cx="2952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C1FFE3-C481-4BAA-AC25-750D449C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767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D1EA03-F6C9-403F-A700-A005F61A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100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Reusable structure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B31353-C53B-45FA-AF90-B904B13F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52950"/>
            <a:ext cx="2609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Route groups, controllers, Mongoose models, contexts, and reusable components keep the code maintainable.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FB0996-28C6-4190-AC8C-B6032DC0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2952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A4AE33-F6D2-4ABB-A499-4332526F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E70EEC-91B4-4485-809B-7CE5BF9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100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Validation checks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3A7569-46B8-4A78-8447-B9AE099C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2609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Frontend lint/build and backend node --check helped catch syntax and integration issues.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E6A67F-527C-408C-9257-8FD9BC31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GBPIET Notes final project | 11</a:t>
            </a:r>
          </a:p>
        </p:txBody>
      </p:sp>
    </p:spTree>
    <p:extLst>
      <p:ext uri="{BB962C8B-B14F-4D97-AF65-F5344CB8AC3E}">
        <p14:creationId xmlns:p14="http://schemas.microsoft.com/office/powerpoint/2010/main" val="7733618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50666B-A809-42C2-84B2-97966AB8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92273-4578-41DC-811C-092E12C2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005C8-D559-4013-8BD4-F50D8453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Module-wise testing showed the final system works across features and devices.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41C11-B167-4AF8-9961-EB0CA6CD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028700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39FC6-69B0-4715-BD33-805C7ABE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573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9AB3D-70F8-43DD-9D99-BE1E7719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573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 focus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87EE5-45BB-4690-8BCF-5A502C32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573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D9060-7AA0-4F8C-8669-CCB054B6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D8E1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A707A-2FC8-489C-AC64-2698F881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Authentication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64A94-E16E-46D7-94F1-6F6B9043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622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Login, signup, Google auth, profile completion, logout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14FD7-544A-4D72-804E-AE8B34EF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622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53CDC-23A5-4E1C-9585-99447CC6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FC085-E9ED-4DEB-A0F9-404B7BB2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4E387-DAA7-4B61-B1B3-EFB881F7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765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Upload, list, preview, detail, open, download, like, comments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F2ACC2-F750-418B-8BF2-CFD1187E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75A2C6-3D5C-42E4-8C4F-3D2607AE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D8E1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3C22D-A3B3-4CC9-9182-E7CEAA90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Q&amp;A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61805-28E8-4BF2-A549-E17499CD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909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Ask question, tags, images, answers, likes, liked users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7BC95-608C-4A3A-9F23-071AF45C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909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2859A-D0BA-41D7-9A49-F044DC68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6DBD13-0DFE-487D-BB39-4CF0C756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Community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543026-D405-4DAB-93FC-B5462719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052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Post text/images, carousel, comments, edit, delete, likes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9A3FC4-2A85-4F14-A81D-38D35E4F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052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446A93-0B31-46A7-B949-43582D27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D8E1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8B9890-FE30-4284-8F73-A8B91455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96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Profile &amp; Settings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A72DF5-A77B-4ED3-8CC5-1BFADD6E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196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Avatar, cover, stats, tabs, links, password, delete account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62CFB8-CA57-4B99-8060-3DD9A2D1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196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6A6DCD-471C-4313-B23D-35EA3646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584439-4112-4443-A353-83C52A97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AI + Moderation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F979E5-3A16-46A2-812D-D6E805CB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33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Streaming, file upload, history, report toggle, count update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5213F5-6EFD-42FD-8548-8C435AD9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339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33ABCD-78FD-42EC-BB85-F23FE1E0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D8E1E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3EDDA2-500B-4DE7-B725-7045B55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483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Responsive UI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CA2E33-69CE-4F5A-910F-E7D093F8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483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Mobile, tablet, laptop, and desktop layout checks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BA7997-E2CF-493B-9BA9-F70DC086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483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E50DC7-37CB-48CF-B2FB-6FD7543C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GBPIET Notes final project | 12</a:t>
            </a:r>
          </a:p>
        </p:txBody>
      </p:sp>
    </p:spTree>
    <p:extLst>
      <p:ext uri="{BB962C8B-B14F-4D97-AF65-F5344CB8AC3E}">
        <p14:creationId xmlns:p14="http://schemas.microsoft.com/office/powerpoint/2010/main" val="103664725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2CA084-CEC5-40D7-AA7B-6D800233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4CFB4-D47B-47AE-B7E7-AB72A893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1A287-5995-4AD1-A684-919A95D6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delivered system is a working foundation with clear future extension paths.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CD2D6-1896-4089-8A54-1A589BCF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714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D2030-32DB-44A8-99CB-7E7ACB55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ED2B2-8A4A-4585-8ABE-A8CBA6BC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337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Major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FDD71-7497-4AD3-AC61-D3A20DAA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3371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Central resource repository, Q&amp;A knowledge base, community feed, contribution analytics, secure authentication, file storage, AI assistant, and moderation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5CE7C-4295-4B8D-9656-BA265FDF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3714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C5B68-64B9-49DC-91D1-6C4A795F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AD67F-4956-44BA-988F-A788960F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337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Current limitations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8C947-58D1-4BE5-979E-65118BEA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3371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Focused on GBPIET use case, depends on external cloud/API services, and starts with lightweight AI retrieval rather than a full vector database.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3ADEB-901D-4293-B1AB-CAB8183D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Future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216E1-F9D5-4428-ADA9-7EE50EC4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57500"/>
            <a:ext cx="8763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CBCB4-7D1A-4F67-B85D-9B234D5B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242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BFA61-065B-4736-8E87-C30D4752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005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Notifications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EEDFF-D089-4EBB-A805-2A13AEBB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2435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real-time academic updates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E7B2F-7662-4F49-AEF9-2CCBF689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A"/>
          </a:solidFill>
          <a:ln xmlns:a="http://schemas.openxmlformats.org/drawingml/2006/main" w="0">
            <a:solidFill>
              <a:srgbClr val="B7C4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ECB697-93DE-4CD6-8C0A-02E7C589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57500"/>
            <a:ext cx="8763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E2D7E7-5E03-44C5-8BEF-D47515A6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242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E83E6-9538-4E04-8C1B-45B50E4B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0005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Recommendations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B91509-DEF3-4007-8733-00BFFB43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32435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personalized notes and questions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43C7F-8FFA-45F2-A35B-746A1B3A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2766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A"/>
          </a:solidFill>
          <a:ln xmlns:a="http://schemas.openxmlformats.org/drawingml/2006/main" w="0">
            <a:solidFill>
              <a:srgbClr val="B7C4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981FA-764E-43F2-929F-D62D2CE6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8763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0F3699-CC6F-4423-A96F-34221B64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242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6E9CD7-8991-43F7-9CFA-E0C15834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005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Admin dashboard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41AFB6-7A5F-4986-AF25-29E23CF9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moderation and analytics control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FA4C26-FBC1-4D05-B302-15724252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766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A"/>
          </a:solidFill>
          <a:ln xmlns:a="http://schemas.openxmlformats.org/drawingml/2006/main" w="0">
            <a:solidFill>
              <a:srgbClr val="B7C4C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A7BCD6-A823-42DD-AFAB-0E17096B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57500"/>
            <a:ext cx="8763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FFDB53-78BA-4FD2-9E0E-E0368662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242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AC88CF-C2F6-4AB4-9B15-F3A4F409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0005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Advanced AI retrieval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6CE6B9-06FB-43E8-9EDB-81276322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32435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better context-aware answers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25B87C-3C1E-4CD7-8853-6848370A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GBPIET Notes final project | 13</a:t>
            </a:r>
          </a:p>
        </p:txBody>
      </p:sp>
    </p:spTree>
    <p:extLst>
      <p:ext uri="{BB962C8B-B14F-4D97-AF65-F5344CB8AC3E}">
        <p14:creationId xmlns:p14="http://schemas.microsoft.com/office/powerpoint/2010/main" val="106382728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CBDB9B-FEAA-4120-AD4D-AD973265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BCF5E-6064-4BAE-9D4A-35294006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BD1C8-0EE3-43AE-A096-19D8D69B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8F3E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8F3EA"/>
                </a:solidFill>
                <a:latin typeface="Aptos"/>
                <a:ea typeface="Aptos"/>
                <a:cs typeface="Aptos"/>
              </a:rPr>
              <a:t>GBPIET Notes demonstrates how a full-stack web application can solve a real campus problem by combining structured resource sharing, peer collaboration, contribution recognition, AI assistance, and safety controls.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11EE5-DF3A-4C74-AF30-7A92EECE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3238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Centralized academic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C1DCD-4563-464E-A875-E3A5B828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29000"/>
            <a:ext cx="3238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Searchable Q&amp;A knowledge retention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63C0B-13AF-49D5-AADB-E7C71E1E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3238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Community profiles and leaderboards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15A83-8DF4-4C26-B310-E1955EFE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81450"/>
            <a:ext cx="3238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Secure MERN-style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2DD02-E551-443B-8761-7597626A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3143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AI-enabled study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EB9A0-91DB-469E-A86D-12DB97E9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19150"/>
            <a:ext cx="2381250" cy="4476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DE2E5-F739-450F-A8D3-1B84407C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001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Viva-ready summary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5D188-C7A8-446D-AA67-3EF120C0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1809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Problem</a:t>
            </a:r>
          </a:p>
          <a:p xmlns:a="http://schemas.openxmlformats.org/drawingml/2006/main">
            <a:pPr algn="ctr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Scattered resources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Solution</a:t>
            </a:r>
          </a:p>
          <a:p xmlns:a="http://schemas.openxmlformats.org/drawingml/2006/main">
            <a:pPr algn="ctr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Integrated academic platform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Technology</a:t>
            </a:r>
          </a:p>
          <a:p xmlns:a="http://schemas.openxmlformats.org/drawingml/2006/main">
            <a:pPr algn="ctr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React + Express + MongoDB + Supabase + Gemini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Validation</a:t>
            </a:r>
          </a:p>
          <a:p xmlns:a="http://schemas.openxmlformats.org/drawingml/2006/main">
            <a:pPr algn="ctr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Major modules passed functional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CA04B-5A48-47A0-A48D-3E8C2D2A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381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FEBFB-922C-4D4B-B102-87725AF0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FD7D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FD7D4"/>
                </a:solidFill>
                <a:latin typeface="Aptos"/>
                <a:ea typeface="Aptos"/>
                <a:cs typeface="Aptos"/>
              </a:rPr>
              <a:t>GBPIET Notes final project | 14</a:t>
            </a:r>
          </a:p>
        </p:txBody>
      </p:sp>
    </p:spTree>
    <p:extLst>
      <p:ext uri="{BB962C8B-B14F-4D97-AF65-F5344CB8AC3E}">
        <p14:creationId xmlns:p14="http://schemas.microsoft.com/office/powerpoint/2010/main" val="15585903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2026-06-10T19:19:45.1200000Z</dcterms:created>
  <dcterms:modified xsi:type="dcterms:W3CDTF">2026-06-10T19:19:45.1200000Z</dcterms:modified>
</coreProperties>
</file>